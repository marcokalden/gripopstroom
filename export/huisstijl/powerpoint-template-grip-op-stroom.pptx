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9631563-a3d6-a172-8df7-6a13261b52e1}">
          <p14:sldIdLst>
            <p14:sldId id="256"/>
          </p14:sldIdLst>
        </p14:section>
        <p14:section name="Het Gripplan" id="{c12270a4-ec8e-8fe5-8f10-99164c0d5bc9}">
          <p14:sldIdLst>
            <p14:sldId id="257"/>
            <p14:sldId id="258"/>
            <p14:sldId id="259"/>
            <p14:sldId id="260"/>
          </p14:sldIdLst>
        </p14:section>
        <p14:section name="Afsluiting" id="{c45796b7-e251-04e4-d7f6-02279e1278af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S Tite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5623560"/>
            <a:ext cx="8595360" cy="10972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rgbClr val="9FD3BF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dirty="0">
                <a:solidFill>
                  <a:srgbClr val="9FD3BF"/>
                </a:solidFill>
              </a:rPr>
              <a:t>Eyebrow-label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2971800"/>
            <a:ext cx="96012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Titel van de presentatie</a:t>
            </a: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D6DEEA"/>
                </a:solidFill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D6DEEA"/>
                </a:solidFill>
              </a:rPr>
              <a:t>Ondertitel of datum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S Hoofdstuk">
    <p:bg>
      <p:bgPr>
        <a:solidFill>
          <a:schemeClr val="accent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394960"/>
            <a:ext cx="12191695" cy="128016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17604E"/>
                </a:solidFill>
              </a:defRPr>
            </a:lvl1pPr>
          </a:lstStyle>
          <a:p>
            <a:pPr indent="0" marL="0">
              <a:buNone/>
            </a:pPr>
            <a:r>
              <a:rPr lang="en-US" sz="1600" b="1" dirty="0">
                <a:solidFill>
                  <a:srgbClr val="17604E"/>
                </a:solidFill>
              </a:rPr>
              <a:t>Hoofdstuk 1</a:t>
            </a:r>
            <a:endParaRPr lang="en-US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274320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Titel van het hoofdstuk</a:t>
            </a:r>
            <a:endParaRPr lang="en-US" sz="4400" dirty="0"/>
          </a:p>
        </p:txBody>
      </p:sp>
      <p:pic>
        <p:nvPicPr>
          <p:cNvPr id="5" name="Image 1" descr="/home/user/gripopstroom/assets/logo-g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87" y="5715000"/>
            <a:ext cx="566928" cy="6492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885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S Titel en teks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ripopstroom/assets/logo-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9279" y="6080760"/>
            <a:ext cx="402336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Grip op Stroom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Eyebrow-label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Titel van de dia</a:t>
            </a: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40080" y="1965960"/>
            <a:ext cx="6949440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800" dirty="0">
                <a:solidFill>
                  <a:srgbClr val="3A4A60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A4A60"/>
                </a:solidFill>
              </a:rPr>
              <a:t>Tekst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88575" y="63550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S Alleen titel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ripopstroom/assets/logo-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9279" y="6080760"/>
            <a:ext cx="402336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Grip op Stroom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Eyebrow-label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Titel van de dia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88575" y="63550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S Tekst en fot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ripopstroom/assets/logo-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9279" y="6080760"/>
            <a:ext cx="402336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Grip op Stroom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Eyebrow-label</a:t>
            </a:r>
            <a:endParaRPr lang="en-US" sz="14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640080" y="1325880"/>
            <a:ext cx="5760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Titel van de dia</a:t>
            </a:r>
            <a:endParaRPr lang="en-US" sz="3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640080" y="2926080"/>
            <a:ext cx="5486400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800" dirty="0">
                <a:solidFill>
                  <a:srgbClr val="3A4A60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A4A60"/>
                </a:solidFill>
              </a:rPr>
              <a:t>Tekst</a:t>
            </a:r>
            <a:endParaRPr lang="en-US" sz="1800" dirty="0"/>
          </a:p>
        </p:txBody>
      </p:sp>
      <p:sp>
        <p:nvSpPr>
          <p:cNvPr id="7" name="Text 1"/>
          <p:cNvSpPr/>
          <p:nvPr>
            <p:ph idx="105" hasCustomPrompt="1"/>
          </p:nvPr>
        </p:nvSpPr>
        <p:spPr>
          <a:xfrm>
            <a:off x="6995160" y="548640"/>
            <a:ext cx="4572000" cy="5349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chemeClr val="accent5"/>
                </a:solidFill>
              </a:rPr>
              <a:t>Foto (afgeronde hoeken)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88575" y="63550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OS Afsluit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0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rgbClr val="9FD3BF"/>
                </a:solidFill>
              </a:defRPr>
            </a:lvl1pPr>
          </a:lstStyle>
          <a:p>
            <a:pPr indent="0" marL="0">
              <a:buNone/>
            </a:pPr>
            <a:r>
              <a:rPr lang="en-US" sz="1400" b="1" dirty="0">
                <a:solidFill>
                  <a:srgbClr val="9FD3BF"/>
                </a:solidFill>
              </a:rPr>
              <a:t>Eyebrow-label</a:t>
            </a: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Afsluitende titel</a:t>
            </a: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40080" y="3474720"/>
            <a:ext cx="5943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600"/>
              </a:spcAft>
              <a:buNone/>
              <a:defRPr lang="en-US" sz="1800" dirty="0">
                <a:solidFill>
                  <a:srgbClr val="D6DEEA"/>
                </a:solidFill>
              </a:defRPr>
            </a:lvl1pPr>
          </a:lstStyle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6DEEA"/>
                </a:solidFill>
              </a:rPr>
              <a:t>Contactgegevens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885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tegel"/>
          <p:cNvSpPr/>
          <p:nvPr/>
        </p:nvSpPr>
        <p:spPr>
          <a:xfrm>
            <a:off x="640080" y="548640"/>
            <a:ext cx="1481328" cy="162763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pic>
        <p:nvPicPr>
          <p:cNvPr id="3" name="Logo" descr="Logo Grip op Stro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77240"/>
            <a:ext cx="1024128" cy="117043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rgbClr val="9FD3BF"/>
                </a:solidFill>
              </a:rPr>
              <a:t>Kennismaking</a:t>
            </a:r>
            <a:endParaRPr lang="en-US" sz="1400" dirty="0"/>
          </a:p>
        </p:txBody>
      </p:sp>
      <p:sp>
        <p:nvSpPr>
          <p:cNvPr id="5" name="Text 0"/>
          <p:cNvSpPr/>
          <p:nvPr>
            <p:ph idx="102" type="title" hasCustomPrompt="1"/>
          </p:nvPr>
        </p:nvSpPr>
        <p:spPr>
          <a:xfrm>
            <a:off x="640080" y="2971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Jouw huis, jouw pad, jouw tempo</a:t>
            </a:r>
            <a:endParaRPr lang="en-US" sz="48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640080" y="4572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D6DEEA"/>
                </a:solidFill>
              </a:rPr>
              <a:t>Alexander van Hattum · oktober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rgbClr val="17604E"/>
                </a:solidFill>
              </a:rPr>
              <a:t>Hoofdstuk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274320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Zo werkt het Gripplan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885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 drie stappen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Van Gripscan tot uitvoering in jouw tempo</a:t>
            </a:r>
            <a:endParaRPr lang="en-US" sz="3400" dirty="0"/>
          </a:p>
        </p:txBody>
      </p:sp>
      <p:sp>
        <p:nvSpPr>
          <p:cNvPr id="4" name="Kaart 1"/>
          <p:cNvSpPr/>
          <p:nvPr/>
        </p:nvSpPr>
        <p:spPr>
          <a:xfrm>
            <a:off x="640080" y="2103120"/>
            <a:ext cx="3456432" cy="3429000"/>
          </a:xfrm>
          <a:prstGeom prst="roundRect">
            <a:avLst>
              <a:gd name="adj" fmla="val 5867"/>
            </a:avLst>
          </a:prstGeom>
          <a:solidFill>
            <a:schemeClr val="bg1"/>
          </a:solidFill>
          <a:ln/>
        </p:spPr>
      </p:sp>
      <p:sp>
        <p:nvSpPr>
          <p:cNvPr id="5" name="Icoonvlak 1"/>
          <p:cNvSpPr/>
          <p:nvPr/>
        </p:nvSpPr>
        <p:spPr>
          <a:xfrm>
            <a:off x="1005840" y="246888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coon 1" descr="Gripsc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33472"/>
            <a:ext cx="402336" cy="402336"/>
          </a:xfrm>
          <a:prstGeom prst="rect">
            <a:avLst/>
          </a:prstGeom>
        </p:spPr>
      </p:pic>
      <p:sp>
        <p:nvSpPr>
          <p:cNvPr id="7" name="Stap 1"/>
          <p:cNvSpPr txBox="1"/>
          <p:nvPr/>
        </p:nvSpPr>
        <p:spPr>
          <a:xfrm>
            <a:off x="1005840" y="342900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Stap 1</a:t>
            </a:r>
            <a:endParaRPr lang="en-US" sz="1300" dirty="0"/>
          </a:p>
        </p:txBody>
      </p:sp>
      <p:sp>
        <p:nvSpPr>
          <p:cNvPr id="8" name="Titel 1"/>
          <p:cNvSpPr txBox="1"/>
          <p:nvPr/>
        </p:nvSpPr>
        <p:spPr>
          <a:xfrm>
            <a:off x="1005840" y="374904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Gripscan</a:t>
            </a:r>
            <a:endParaRPr lang="en-US" sz="2400" dirty="0"/>
          </a:p>
        </p:txBody>
      </p:sp>
      <p:sp>
        <p:nvSpPr>
          <p:cNvPr id="9" name="Tekst 1"/>
          <p:cNvSpPr txBox="1"/>
          <p:nvPr/>
        </p:nvSpPr>
        <p:spPr>
          <a:xfrm>
            <a:off x="1005840" y="4297680"/>
            <a:ext cx="2724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A60"/>
                </a:solidFill>
              </a:rPr>
              <a:t>Een EP-adviseur bekijkt je woning en brengt in kaart hoe die er nu voor staat.</a:t>
            </a:r>
            <a:endParaRPr lang="en-US" sz="1500" dirty="0"/>
          </a:p>
        </p:txBody>
      </p:sp>
      <p:sp>
        <p:nvSpPr>
          <p:cNvPr id="10" name="Kaart 2"/>
          <p:cNvSpPr/>
          <p:nvPr/>
        </p:nvSpPr>
        <p:spPr>
          <a:xfrm>
            <a:off x="4370832" y="2103120"/>
            <a:ext cx="3456432" cy="3429000"/>
          </a:xfrm>
          <a:prstGeom prst="roundRect">
            <a:avLst>
              <a:gd name="adj" fmla="val 5867"/>
            </a:avLst>
          </a:prstGeom>
          <a:solidFill>
            <a:schemeClr val="bg1"/>
          </a:solidFill>
          <a:ln/>
        </p:spPr>
      </p:sp>
      <p:sp>
        <p:nvSpPr>
          <p:cNvPr id="11" name="Icoonvlak 2"/>
          <p:cNvSpPr/>
          <p:nvPr/>
        </p:nvSpPr>
        <p:spPr>
          <a:xfrm>
            <a:off x="4736592" y="246888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2" name="Icoon 2" descr="Grippl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2633472"/>
            <a:ext cx="402336" cy="402336"/>
          </a:xfrm>
          <a:prstGeom prst="rect">
            <a:avLst/>
          </a:prstGeom>
        </p:spPr>
      </p:pic>
      <p:sp>
        <p:nvSpPr>
          <p:cNvPr id="13" name="Stap 2"/>
          <p:cNvSpPr txBox="1"/>
          <p:nvPr/>
        </p:nvSpPr>
        <p:spPr>
          <a:xfrm>
            <a:off x="4736592" y="342900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Stap 2</a:t>
            </a:r>
            <a:endParaRPr lang="en-US" sz="1300" dirty="0"/>
          </a:p>
        </p:txBody>
      </p:sp>
      <p:sp>
        <p:nvSpPr>
          <p:cNvPr id="14" name="Titel 2"/>
          <p:cNvSpPr txBox="1"/>
          <p:nvPr/>
        </p:nvSpPr>
        <p:spPr>
          <a:xfrm>
            <a:off x="4736592" y="374904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Gripplan</a:t>
            </a:r>
            <a:endParaRPr lang="en-US" sz="2400" dirty="0"/>
          </a:p>
        </p:txBody>
      </p:sp>
      <p:sp>
        <p:nvSpPr>
          <p:cNvPr id="15" name="Tekst 2"/>
          <p:cNvSpPr txBox="1"/>
          <p:nvPr/>
        </p:nvSpPr>
        <p:spPr>
          <a:xfrm>
            <a:off x="4736592" y="4297680"/>
            <a:ext cx="2724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A60"/>
                </a:solidFill>
              </a:rPr>
              <a:t>Je krijgt een plan met de stappen die het meeste opleveren, in een logische volgorde.</a:t>
            </a:r>
            <a:endParaRPr lang="en-US" sz="1500" dirty="0"/>
          </a:p>
        </p:txBody>
      </p:sp>
      <p:sp>
        <p:nvSpPr>
          <p:cNvPr id="16" name="Kaart 3"/>
          <p:cNvSpPr/>
          <p:nvPr/>
        </p:nvSpPr>
        <p:spPr>
          <a:xfrm>
            <a:off x="8101584" y="2103120"/>
            <a:ext cx="3456432" cy="3429000"/>
          </a:xfrm>
          <a:prstGeom prst="roundRect">
            <a:avLst>
              <a:gd name="adj" fmla="val 5867"/>
            </a:avLst>
          </a:prstGeom>
          <a:solidFill>
            <a:schemeClr val="bg1"/>
          </a:solidFill>
          <a:ln/>
        </p:spPr>
      </p:sp>
      <p:sp>
        <p:nvSpPr>
          <p:cNvPr id="17" name="Icoonvlak 3"/>
          <p:cNvSpPr/>
          <p:nvPr/>
        </p:nvSpPr>
        <p:spPr>
          <a:xfrm>
            <a:off x="8467344" y="246888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8" name="Icoon 3" descr="Uitvoer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633472"/>
            <a:ext cx="402336" cy="402336"/>
          </a:xfrm>
          <a:prstGeom prst="rect">
            <a:avLst/>
          </a:prstGeom>
        </p:spPr>
      </p:pic>
      <p:sp>
        <p:nvSpPr>
          <p:cNvPr id="19" name="Stap 3"/>
          <p:cNvSpPr txBox="1"/>
          <p:nvPr/>
        </p:nvSpPr>
        <p:spPr>
          <a:xfrm>
            <a:off x="8467344" y="342900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Stap 3</a:t>
            </a:r>
            <a:endParaRPr lang="en-US" sz="1300" dirty="0"/>
          </a:p>
        </p:txBody>
      </p:sp>
      <p:sp>
        <p:nvSpPr>
          <p:cNvPr id="20" name="Titel 3"/>
          <p:cNvSpPr txBox="1"/>
          <p:nvPr/>
        </p:nvSpPr>
        <p:spPr>
          <a:xfrm>
            <a:off x="8467344" y="374904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Uitvoering</a:t>
            </a:r>
            <a:endParaRPr lang="en-US" sz="2400" dirty="0"/>
          </a:p>
        </p:txBody>
      </p:sp>
      <p:sp>
        <p:nvSpPr>
          <p:cNvPr id="21" name="Tekst 3"/>
          <p:cNvSpPr txBox="1"/>
          <p:nvPr/>
        </p:nvSpPr>
        <p:spPr>
          <a:xfrm>
            <a:off x="8467344" y="4297680"/>
            <a:ext cx="27249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A60"/>
                </a:solidFill>
              </a:rPr>
              <a:t>Je kiest zelf wanneer je welke stap zet. Wij regelen alles met één vaste partij.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88575" y="63550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Lekker wonen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13258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Comfort dat je voelt, zonder gedoe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40080" y="29260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A4A60"/>
                </a:solidFill>
              </a:rPr>
              <a:t>Eén partij voor kozijnen, isolatie, zonnepanelen, thuisbatterijen, laadpalen, airco's en warmtepompen.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A4A60"/>
                </a:solidFill>
              </a:rPr>
              <a:t>Je houdt zelf de regie: jij bepaalt het tempo.</a:t>
            </a:r>
            <a:endParaRPr lang="en-US" sz="1800" dirty="0"/>
          </a:p>
        </p:txBody>
      </p:sp>
      <p:pic>
        <p:nvPicPr>
          <p:cNvPr id="5" name="Foto" descr="Gezin in een lichte woonka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548640"/>
            <a:ext cx="4572000" cy="5330952"/>
          </a:xfrm>
          <a:prstGeom prst="rect">
            <a:avLst/>
          </a:prstGeom>
        </p:spPr>
      </p:pic>
      <p:sp>
        <p:nvSpPr>
          <p:cNvPr id="6" name="Text 1"/>
          <p:cNvSpPr/>
          <p:nvPr>
            <p:ph idx="105" hasCustomPrompt="1"/>
          </p:nvPr>
        </p:nvSpPr>
        <p:spPr>
          <a:xfrm>
            <a:off x="6995160" y="548640"/>
            <a:ext cx="457200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88575" y="63550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Waarom Grip op Stroom</a:t>
            </a:r>
            <a:endParaRPr lang="en-US" sz="14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Een vaste partij voor het hele traject</a:t>
            </a:r>
            <a:endParaRPr lang="en-US" sz="3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640080" y="1965960"/>
            <a:ext cx="69494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4A60"/>
                </a:solidFill>
              </a:rPr>
              <a:t>Vrijblijvende Gripscan door een EP-adviseur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4A60"/>
                </a:solidFill>
              </a:rPr>
              <a:t>Bij elk cijfer een bron die je kunt nakijken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4A60"/>
                </a:solidFill>
              </a:rPr>
              <a:t>14 dagen bedenktijd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A4A60"/>
                </a:solidFill>
              </a:rPr>
              <a:t>Geen verkoop aan de deur, jij neemt het initiatief</a:t>
            </a:r>
            <a:endParaRPr lang="en-US" sz="1800" dirty="0"/>
          </a:p>
        </p:txBody>
      </p:sp>
      <p:sp>
        <p:nvSpPr>
          <p:cNvPr id="5" name="Kenmerk 1"/>
          <p:cNvSpPr/>
          <p:nvPr/>
        </p:nvSpPr>
        <p:spPr>
          <a:xfrm>
            <a:off x="8001000" y="1965960"/>
            <a:ext cx="1673352" cy="1673352"/>
          </a:xfrm>
          <a:prstGeom prst="roundRect">
            <a:avLst>
              <a:gd name="adj" fmla="val 8743"/>
            </a:avLst>
          </a:prstGeom>
          <a:solidFill>
            <a:schemeClr val="bg2"/>
          </a:solidFill>
          <a:ln/>
        </p:spPr>
      </p:sp>
      <p:pic>
        <p:nvPicPr>
          <p:cNvPr id="6" name="Kenmerkicoon 1" descr="EP-adviseu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2194560"/>
            <a:ext cx="384048" cy="384048"/>
          </a:xfrm>
          <a:prstGeom prst="rect">
            <a:avLst/>
          </a:prstGeom>
        </p:spPr>
      </p:pic>
      <p:sp>
        <p:nvSpPr>
          <p:cNvPr id="7" name="Kenmerktekst 1"/>
          <p:cNvSpPr txBox="1"/>
          <p:nvPr/>
        </p:nvSpPr>
        <p:spPr>
          <a:xfrm>
            <a:off x="8229600" y="27432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EP-adviseurs</a:t>
            </a:r>
            <a:endParaRPr lang="en-US" sz="1300" dirty="0"/>
          </a:p>
        </p:txBody>
      </p:sp>
      <p:sp>
        <p:nvSpPr>
          <p:cNvPr id="8" name="Kenmerk 2"/>
          <p:cNvSpPr/>
          <p:nvPr/>
        </p:nvSpPr>
        <p:spPr>
          <a:xfrm>
            <a:off x="9811512" y="1965960"/>
            <a:ext cx="1673352" cy="1673352"/>
          </a:xfrm>
          <a:prstGeom prst="roundRect">
            <a:avLst>
              <a:gd name="adj" fmla="val 8743"/>
            </a:avLst>
          </a:prstGeom>
          <a:solidFill>
            <a:schemeClr val="bg2"/>
          </a:solidFill>
          <a:ln/>
        </p:spPr>
      </p:sp>
      <p:pic>
        <p:nvPicPr>
          <p:cNvPr id="9" name="Kenmerkicoon 2" descr="Bron bij elk cijf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2194560"/>
            <a:ext cx="384048" cy="384048"/>
          </a:xfrm>
          <a:prstGeom prst="rect">
            <a:avLst/>
          </a:prstGeom>
        </p:spPr>
      </p:pic>
      <p:sp>
        <p:nvSpPr>
          <p:cNvPr id="10" name="Kenmerktekst 2"/>
          <p:cNvSpPr txBox="1"/>
          <p:nvPr/>
        </p:nvSpPr>
        <p:spPr>
          <a:xfrm>
            <a:off x="10040112" y="27432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Bron bij elk cijfer</a:t>
            </a:r>
            <a:endParaRPr lang="en-US" sz="1300" dirty="0"/>
          </a:p>
        </p:txBody>
      </p:sp>
      <p:sp>
        <p:nvSpPr>
          <p:cNvPr id="11" name="Kenmerk 3"/>
          <p:cNvSpPr/>
          <p:nvPr/>
        </p:nvSpPr>
        <p:spPr>
          <a:xfrm>
            <a:off x="8001000" y="3794760"/>
            <a:ext cx="1673352" cy="1673352"/>
          </a:xfrm>
          <a:prstGeom prst="roundRect">
            <a:avLst>
              <a:gd name="adj" fmla="val 8743"/>
            </a:avLst>
          </a:prstGeom>
          <a:solidFill>
            <a:schemeClr val="bg2"/>
          </a:solidFill>
          <a:ln/>
        </p:spPr>
      </p:sp>
      <p:pic>
        <p:nvPicPr>
          <p:cNvPr id="12" name="Kenmerkicoon 3" descr="14 dagen bedenktij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023360"/>
            <a:ext cx="384048" cy="384048"/>
          </a:xfrm>
          <a:prstGeom prst="rect">
            <a:avLst/>
          </a:prstGeom>
        </p:spPr>
      </p:pic>
      <p:sp>
        <p:nvSpPr>
          <p:cNvPr id="13" name="Kenmerktekst 3"/>
          <p:cNvSpPr txBox="1"/>
          <p:nvPr/>
        </p:nvSpPr>
        <p:spPr>
          <a:xfrm>
            <a:off x="8229600" y="45720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14 dagen bedenktijd</a:t>
            </a:r>
            <a:endParaRPr lang="en-US" sz="1300" dirty="0"/>
          </a:p>
        </p:txBody>
      </p:sp>
      <p:sp>
        <p:nvSpPr>
          <p:cNvPr id="14" name="Kenmerk 4"/>
          <p:cNvSpPr/>
          <p:nvPr/>
        </p:nvSpPr>
        <p:spPr>
          <a:xfrm>
            <a:off x="9811512" y="3794760"/>
            <a:ext cx="1673352" cy="1673352"/>
          </a:xfrm>
          <a:prstGeom prst="roundRect">
            <a:avLst>
              <a:gd name="adj" fmla="val 8743"/>
            </a:avLst>
          </a:prstGeom>
          <a:solidFill>
            <a:schemeClr val="bg2"/>
          </a:solidFill>
          <a:ln/>
        </p:spPr>
      </p:sp>
      <p:pic>
        <p:nvPicPr>
          <p:cNvPr id="15" name="Kenmerkicoon 4" descr="Geen deurverko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112" y="4023360"/>
            <a:ext cx="384048" cy="384048"/>
          </a:xfrm>
          <a:prstGeom prst="rect">
            <a:avLst/>
          </a:prstGeom>
        </p:spPr>
      </p:pic>
      <p:sp>
        <p:nvSpPr>
          <p:cNvPr id="16" name="Kenmerktekst 4"/>
          <p:cNvSpPr txBox="1"/>
          <p:nvPr/>
        </p:nvSpPr>
        <p:spPr>
          <a:xfrm>
            <a:off x="10040112" y="45720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Geen deurverkoop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088575" y="6355080"/>
            <a:ext cx="8229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rgbClr val="9FD3BF"/>
                </a:solidFill>
              </a:rPr>
              <a:t>Vragen?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182880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Neem gerust contact op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40080" y="34747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FFFF"/>
                </a:solidFill>
              </a:rPr>
              <a:t>Alexander van Hattum, CEO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6DEEA"/>
                </a:solidFill>
              </a:rPr>
              <a:t>+31 (0)6 33853790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6DEEA"/>
                </a:solidFill>
              </a:rPr>
              <a:t>alexander@gripopstroom.nl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D6DEEA"/>
                </a:solidFill>
              </a:rPr>
              <a:t>gripopstroom.nl</a:t>
            </a:r>
            <a:endParaRPr lang="en-US" sz="1800" dirty="0"/>
          </a:p>
        </p:txBody>
      </p:sp>
      <p:sp>
        <p:nvSpPr>
          <p:cNvPr id="5" name="Logotegel"/>
          <p:cNvSpPr/>
          <p:nvPr/>
        </p:nvSpPr>
        <p:spPr>
          <a:xfrm>
            <a:off x="9174175" y="1463040"/>
            <a:ext cx="2377440" cy="2651760"/>
          </a:xfrm>
          <a:prstGeom prst="roundRect">
            <a:avLst>
              <a:gd name="adj" fmla="val 8462"/>
            </a:avLst>
          </a:prstGeom>
          <a:solidFill>
            <a:schemeClr val="bg2"/>
          </a:solidFill>
          <a:ln/>
        </p:spPr>
      </p:sp>
      <p:pic>
        <p:nvPicPr>
          <p:cNvPr id="6" name="Logo" descr="Logo Grip op Stro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095" y="1828800"/>
            <a:ext cx="1371600" cy="1563624"/>
          </a:xfrm>
          <a:prstGeom prst="rect">
            <a:avLst/>
          </a:prstGeom>
        </p:spPr>
      </p:pic>
      <p:sp>
        <p:nvSpPr>
          <p:cNvPr id="7" name="Adres"/>
          <p:cNvSpPr txBox="1"/>
          <p:nvPr/>
        </p:nvSpPr>
        <p:spPr>
          <a:xfrm>
            <a:off x="9174175" y="4251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DEEA"/>
                </a:solidFill>
              </a:rPr>
              <a:t>Handelsweg 14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6DEEA"/>
                </a:solidFill>
              </a:rPr>
              <a:t>7041 GX 's-Heerenberg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ip op Stroom">
  <a:themeElements>
    <a:clrScheme name="Grip op Stroom">
      <a:dk1>
        <a:srgbClr val="10233F"/>
      </a:dk1>
      <a:lt1>
        <a:srgbClr val="FFFFFF"/>
      </a:lt1>
      <a:dk2>
        <a:srgbClr val="0A2A5E"/>
      </a:dk2>
      <a:lt2>
        <a:srgbClr val="F2F6F5"/>
      </a:lt2>
      <a:accent1>
        <a:srgbClr val="1F7A63"/>
      </a:accent1>
      <a:accent2>
        <a:srgbClr val="0A2A5E"/>
      </a:accent2>
      <a:accent3>
        <a:srgbClr val="7FB069"/>
      </a:accent3>
      <a:accent4>
        <a:srgbClr val="48B4BA"/>
      </a:accent4>
      <a:accent5>
        <a:srgbClr val="5B6B80"/>
      </a:accent5>
      <a:accent6>
        <a:srgbClr val="DCEBE4"/>
      </a:accent6>
      <a:hlink>
        <a:srgbClr val="1F7A63"/>
      </a:hlink>
      <a:folHlink>
        <a:srgbClr val="17604E"/>
      </a:folHlink>
    </a:clrScheme>
    <a:fontScheme name="Grip op Stroom">
      <a:majorFont>
        <a:latin typeface="Figtre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Grip op Stroom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PowerPoint-template Grip op Stroom</dc:title>
  <dc:subject>PptxGenJS Presentation</dc:subject>
  <dc:creator>Grip op Stroom</dc:creator>
  <cp:lastModifiedBy>Grip op Stroom</cp:lastModifiedBy>
  <cp:revision>1</cp:revision>
  <dcterms:created xsi:type="dcterms:W3CDTF">2026-10-23T14:57:53Z</dcterms:created>
  <dcterms:modified xsi:type="dcterms:W3CDTF">2026-10-23T14:57:53Z</dcterms:modified>
</cp:coreProperties>
</file>